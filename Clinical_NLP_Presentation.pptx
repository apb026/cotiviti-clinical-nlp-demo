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ff4a4b0d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ff4a4b0d0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ff4a4b0d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ff4a4b0d0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ff4a4b0d0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ff4a4b0d0_2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ff4a4b0d0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ff4a4b0d0_2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ff4a4b0d0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ff4a4b0d0_2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ff4a4b0d0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ff4a4b0d0_2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f4a4b0d0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ff4a4b0d0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f4a4b0d0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ff4a4b0d0_2_1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ff4a4b0d0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ff4a4b0d0_2_1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ff4a4b0d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ff4a4b0d0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ff4a4b0d0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ff4a4b0d0_2_1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94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48640" y="870080"/>
            <a:ext cx="8046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NLP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548640" y="1817454"/>
            <a:ext cx="8046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Clinical NLP | Cotiviti</a:t>
            </a:r>
            <a:endParaRPr sz="2000">
              <a:solidFill>
                <a:srgbClr val="C8D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Using OCR, Semantic Search, Information Extraction,</a:t>
            </a:r>
            <a:endParaRPr sz="2000">
              <a:solidFill>
                <a:srgbClr val="C8D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and Summarization to Support Healthcare Content Review</a:t>
            </a:r>
            <a:endParaRPr sz="2000">
              <a:solidFill>
                <a:srgbClr val="C8DC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8DC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/>
          <p:nvPr/>
        </p:nvSpPr>
        <p:spPr>
          <a:xfrm>
            <a:off x="0" y="0"/>
            <a:ext cx="9144000" cy="125640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457200" y="82296"/>
            <a:ext cx="822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Challenge: Large Volumes of Unstructured Healthcare Content</a:t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457200" y="1672325"/>
            <a:ext cx="78639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Clinical notes, discharge summaries, and payer policies contain valuable information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Reviewing this content manually takes significant time and effort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Clinical NLP can help organize, retrieve, and summarize information so reviewers can work more efficiently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457200" y="82296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1: Supporting Coding Review Workflows</a:t>
            </a: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640080" y="891540"/>
            <a:ext cx="7863900" cy="23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Problem: Coders and auditors spend time reviewing lengthy clinical documentation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Approach: Use Clinical NLP to identify diagnoses, procedures, medications, and supporting evidence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Potential Benefit: Reduce review effort while keeping humans responsible for final coding decisions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457200" y="82296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2: Documentation Validation</a:t>
            </a: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640080" y="891540"/>
            <a:ext cx="78639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Problem: Claims often require supporting clinical documentation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Approach: Extract key clinical information and compare it with coded diagnoses or procedures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Potential Benefit: Help reviewers identify discrepancies more quickly and focus on records requiring attention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457200" y="82296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3: Payer Policy Comparison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640080" y="891540"/>
            <a:ext cx="78639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Problem: Payer policies are lengthy and frequently updated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Approach: Use semantic search to locate relevant policy language and compare similar policies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Potential Benefit: Reduce time spent manually searching and comparing policy documents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457200" y="82296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Focus on These Use Cases?</a:t>
            </a:r>
            <a:endParaRPr/>
          </a:p>
        </p:txBody>
      </p:sp>
      <p:sp>
        <p:nvSpPr>
          <p:cNvPr id="165" name="Google Shape;165;p30"/>
          <p:cNvSpPr txBox="1"/>
          <p:nvPr/>
        </p:nvSpPr>
        <p:spPr>
          <a:xfrm>
            <a:off x="640080" y="891540"/>
            <a:ext cx="78639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These workflows already involve large amounts of document review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The goal is to support reviewers, not replace them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Healthcare decisions require transparency, auditability, and human oversight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Starting with targeted workflows provides faster business value than building a large platform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457200" y="82296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Proof of Concept Demonstration</a:t>
            </a:r>
            <a:endParaRPr/>
          </a:p>
        </p:txBody>
      </p:sp>
      <p:sp>
        <p:nvSpPr>
          <p:cNvPr id="172" name="Google Shape;172;p31"/>
          <p:cNvSpPr txBox="1"/>
          <p:nvPr/>
        </p:nvSpPr>
        <p:spPr>
          <a:xfrm>
            <a:off x="640080" y="891540"/>
            <a:ext cx="7863900" cy="3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Clinical Content Search: Semantic retrieval using sentence-transformer embeddings and FAISS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Clinical Information Extraction: Biomedical NER model for diagnoses, medications, and procedures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Document Summarization: DistilBART summarization of clinical notes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Document Digitization: OCR using Tesseract and pytesseract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Document Review Insights: Transparent rule-based review workflow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457200" y="82296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Considerations</a:t>
            </a:r>
            <a:endParaRPr/>
          </a:p>
        </p:txBody>
      </p:sp>
      <p:sp>
        <p:nvSpPr>
          <p:cNvPr id="179" name="Google Shape;179;p32"/>
          <p:cNvSpPr txBox="1"/>
          <p:nvPr/>
        </p:nvSpPr>
        <p:spPr>
          <a:xfrm>
            <a:off x="640080" y="891540"/>
            <a:ext cx="78639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Accuracy alone is not enough, outputs should include supporting evidence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Healthcare policies and guidelines change over time and require regular updates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PHI handling and regulatory compliance must be considered during deployment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Clinical NLP should support reviewer decision-making rather than automate final decisions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/>
          <p:nvPr/>
        </p:nvSpPr>
        <p:spPr>
          <a:xfrm>
            <a:off x="0" y="0"/>
            <a:ext cx="9144000" cy="65151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3"/>
          <p:cNvSpPr txBox="1"/>
          <p:nvPr/>
        </p:nvSpPr>
        <p:spPr>
          <a:xfrm>
            <a:off x="457200" y="82296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 First Step</a:t>
            </a:r>
            <a:endParaRPr/>
          </a:p>
        </p:txBody>
      </p:sp>
      <p:sp>
        <p:nvSpPr>
          <p:cNvPr id="186" name="Google Shape;186;p33"/>
          <p:cNvSpPr txBox="1"/>
          <p:nvPr/>
        </p:nvSpPr>
        <p:spPr>
          <a:xfrm>
            <a:off x="640080" y="891540"/>
            <a:ext cx="78639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Start with a focused documentation-validation pilot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Measure: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• Review time reduction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• Reviewer feedback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• Accuracy of extracted information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Use results to evaluate broader adoption across coding review and policy analysis workflows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/>
          <p:nvPr/>
        </p:nvSpPr>
        <p:spPr>
          <a:xfrm>
            <a:off x="0" y="0"/>
            <a:ext cx="9144000" cy="651600"/>
          </a:xfrm>
          <a:prstGeom prst="rect">
            <a:avLst/>
          </a:prstGeom>
          <a:solidFill>
            <a:srgbClr val="0F2942"/>
          </a:solidFill>
          <a:ln cap="flat" cmpd="sng" w="9525">
            <a:solidFill>
              <a:srgbClr val="0F29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4"/>
          <p:cNvSpPr txBox="1"/>
          <p:nvPr/>
        </p:nvSpPr>
        <p:spPr>
          <a:xfrm>
            <a:off x="457200" y="82296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193" name="Google Shape;193;p34"/>
          <p:cNvSpPr txBox="1"/>
          <p:nvPr/>
        </p:nvSpPr>
        <p:spPr>
          <a:xfrm>
            <a:off x="640080" y="891540"/>
            <a:ext cx="7863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Clinical NLP can help improve efficiency in document-heavy healthcare workflows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Practical applications include coding review support, documentation validation, and policy analysis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The proof of concept demonstrates OCR, semantic search, information extraction, summarization, and review-support capabilities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rgbClr val="1C2530"/>
                </a:solidFill>
                <a:latin typeface="Calibri"/>
                <a:ea typeface="Calibri"/>
                <a:cs typeface="Calibri"/>
                <a:sym typeface="Calibri"/>
              </a:rPr>
              <a:t>The goal is to augment human reviewers with better access to information, not replace their judgment</a:t>
            </a:r>
            <a:endParaRPr sz="1900">
              <a:solidFill>
                <a:srgbClr val="1C25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94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narrow. Measure. Then scale.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